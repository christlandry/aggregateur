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868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porte d'entree unique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 tous les flux financiers.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Connectez vos clients en quelques heures aux banques, wallets et reseaux de paiement, avec une securite de niveau bancaire et une visibilite operationnelle en temps reel.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5852160"/>
            <a:ext cx="1097280" cy="4572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commerciale - 2026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defi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ecosysteme financier fragmente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914400" cy="54864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03120"/>
            <a:ext cx="4389120" cy="40233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distinctes a maintenir pour couvrir un marche regional.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486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(banques, EME, wallets, reseaux de paiement)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03520" y="2103120"/>
            <a:ext cx="6492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77840" y="2377440"/>
            <a:ext cx="685800" cy="68580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16" y="2528316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46520" y="230428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Multiplicite des canaux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46520" y="2670048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partenaire impose son protocole, son format, ses regles. La complexite explose.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303520" y="3520440"/>
            <a:ext cx="6492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577840" y="3794760"/>
            <a:ext cx="685800" cy="68580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716" y="3945636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46520" y="37216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Time-to-market degrade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446520" y="4087368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Connecter un nouveau partenaire prend des mois. Les couts d'integration s'accumulent.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303520" y="4937760"/>
            <a:ext cx="6492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577840" y="5212080"/>
            <a:ext cx="685800" cy="68580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716" y="5362956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46520" y="51389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Visibilite limitee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446520" y="5504688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transactions, les reconciliations et les frais sont eclates dans des silos.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Hub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plateforme. Tous vos partenaires.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914400" cy="54864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468880"/>
            <a:ext cx="2743200" cy="23774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2788920"/>
            <a:ext cx="731520" cy="73152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5414" y="2949854"/>
            <a:ext cx="409651" cy="4096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657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CLIENTS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4023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mobile, agents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3383280"/>
            <a:ext cx="548640" cy="5486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114800" y="2194560"/>
            <a:ext cx="3931920" cy="2926080"/>
          </a:xfrm>
          <a:prstGeom prst="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152400" dist="50800" dir="5400000">
              <a:srgbClr val="000000">
                <a:alpha val="2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114800" y="2194560"/>
            <a:ext cx="3931920" cy="13716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3" name="Shape 9"/>
          <p:cNvSpPr/>
          <p:nvPr/>
        </p:nvSpPr>
        <p:spPr>
          <a:xfrm>
            <a:off x="5577840" y="2651760"/>
            <a:ext cx="1005840" cy="100584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9125" y="2873045"/>
            <a:ext cx="563270" cy="56327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206240" y="3840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HUB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206240" y="42519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Orchestration, securite, comptabilite, reporting</a:t>
            </a:r>
            <a:endParaRPr lang="en-US" sz="13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3383280"/>
            <a:ext cx="548640" cy="54864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869680" y="2468880"/>
            <a:ext cx="2743200" cy="23774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9" name="Text 13"/>
          <p:cNvSpPr/>
          <p:nvPr/>
        </p:nvSpPr>
        <p:spPr>
          <a:xfrm>
            <a:off x="8961120" y="2651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098280" y="3154680"/>
            <a:ext cx="502920" cy="50292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8922" y="3265322"/>
            <a:ext cx="281635" cy="281635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9921240" y="3154680"/>
            <a:ext cx="502920" cy="50292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1882" y="3265322"/>
            <a:ext cx="281635" cy="281635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10744200" y="3154680"/>
            <a:ext cx="502920" cy="50292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4842" y="3265322"/>
            <a:ext cx="281635" cy="281635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8915400" y="3749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Banques</a:t>
            </a:r>
            <a:endParaRPr lang="en-US" sz="1000" dirty="0"/>
          </a:p>
        </p:txBody>
      </p:sp>
      <p:sp>
        <p:nvSpPr>
          <p:cNvPr id="27" name="Text 18"/>
          <p:cNvSpPr/>
          <p:nvPr/>
        </p:nvSpPr>
        <p:spPr>
          <a:xfrm>
            <a:off x="9738360" y="3749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</a:t>
            </a:r>
            <a:endParaRPr lang="en-US" sz="1000" dirty="0"/>
          </a:p>
        </p:txBody>
      </p:sp>
      <p:sp>
        <p:nvSpPr>
          <p:cNvPr id="28" name="Text 19"/>
          <p:cNvSpPr/>
          <p:nvPr/>
        </p:nvSpPr>
        <p:spPr>
          <a:xfrm>
            <a:off x="10561320" y="3749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</a:t>
            </a:r>
            <a:endParaRPr lang="en-US" sz="1000" dirty="0"/>
          </a:p>
        </p:txBody>
      </p:sp>
      <p:sp>
        <p:nvSpPr>
          <p:cNvPr id="29" name="Text 20"/>
          <p:cNvSpPr/>
          <p:nvPr/>
        </p:nvSpPr>
        <p:spPr>
          <a:xfrm>
            <a:off x="8961120" y="4251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integration, des dizaines de canaux.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548640" y="53949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Hub agit comme votre hub unique : un seul contrat, un seul format, un seul tableau de bord. Tous les partenaires sont a portee d'integration.</a:t>
            </a:r>
            <a:endParaRPr lang="en-US" sz="1500" dirty="0"/>
          </a:p>
        </p:txBody>
      </p:sp>
      <p:sp>
        <p:nvSpPr>
          <p:cNvPr id="31" name="Text 22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Hub</a:t>
            </a:r>
            <a:endParaRPr lang="en-US" sz="1000" dirty="0"/>
          </a:p>
        </p:txBody>
      </p:sp>
      <p:sp>
        <p:nvSpPr>
          <p:cNvPr id="32" name="Text 23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qui 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Concue pour les acteurs qui vont vite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914400" cy="54864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03120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03120"/>
            <a:ext cx="3611880" cy="109728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7" name="Shape 5"/>
          <p:cNvSpPr/>
          <p:nvPr/>
        </p:nvSpPr>
        <p:spPr>
          <a:xfrm>
            <a:off x="1897380" y="2468880"/>
            <a:ext cx="914400" cy="91440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8548" y="2670048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6576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Fintechs en croissance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438912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voulez lancer un nouveau service en semaines, pas en trimestres. Vous avez besoin d'evoluer sans refondre votre stack a chaque partenaire.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89120" y="2103120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89120" y="2103120"/>
            <a:ext cx="3611880" cy="109728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3" name="Shape 10"/>
          <p:cNvSpPr/>
          <p:nvPr/>
        </p:nvSpPr>
        <p:spPr>
          <a:xfrm>
            <a:off x="5737860" y="2468880"/>
            <a:ext cx="914400" cy="91440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9028" y="2670048"/>
            <a:ext cx="512064" cy="5120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3440" y="36576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Acteurs e-commerce &amp; paiement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663440" y="438912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encaissez via plusieurs reseaux et reconcilier reste un casse-tete. Vous voulez un seul outil pour tout suivre.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229600" y="2103120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29600" y="2103120"/>
            <a:ext cx="3611880" cy="109728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9" name="Shape 15"/>
          <p:cNvSpPr/>
          <p:nvPr/>
        </p:nvSpPr>
        <p:spPr>
          <a:xfrm>
            <a:off x="9578340" y="2468880"/>
            <a:ext cx="914400" cy="91440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508" y="2670048"/>
            <a:ext cx="512064" cy="51206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03920" y="36576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en transformation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503920" y="438912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modernisez votre offre digitale et ouvrez de nouveaux canaux. Vous cherchez un partenaire qui vous garantit conformite et tracabilite.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Hub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ca marche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etapes, zero friction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914400" cy="54864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0" y="3657600"/>
            <a:ext cx="8778240" cy="0"/>
          </a:xfrm>
          <a:prstGeom prst="line">
            <a:avLst/>
          </a:prstGeom>
          <a:noFill/>
          <a:ln w="38100">
            <a:solidFill>
              <a:srgbClr val="F4B942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851660" y="3154680"/>
            <a:ext cx="1005840" cy="1005840"/>
          </a:xfrm>
          <a:prstGeom prst="ellipse">
            <a:avLst/>
          </a:prstGeom>
          <a:solidFill>
            <a:srgbClr val="0B1F3A"/>
          </a:solidFill>
          <a:ln w="38100">
            <a:solidFill>
              <a:srgbClr val="F4B9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51660" y="32461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45262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vous connectez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51663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cle, un seul format. Notre equipe vous accompagne dans le branchement initial.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92140" y="3154680"/>
            <a:ext cx="1005840" cy="1005840"/>
          </a:xfrm>
          <a:prstGeom prst="ellipse">
            <a:avLst/>
          </a:prstGeom>
          <a:solidFill>
            <a:srgbClr val="0B1F3A"/>
          </a:solidFill>
          <a:ln w="38100">
            <a:solidFill>
              <a:srgbClr val="F4B9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92140" y="32461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0" y="45262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orchestrez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63440" y="51663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transaction est routee, securisee et comptabilisee automatiquement selon vos regles.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532620" y="3154680"/>
            <a:ext cx="1005840" cy="1005840"/>
          </a:xfrm>
          <a:prstGeom prst="ellipse">
            <a:avLst/>
          </a:prstGeom>
          <a:solidFill>
            <a:srgbClr val="0B1F3A"/>
          </a:solidFill>
          <a:ln w="38100">
            <a:solidFill>
              <a:srgbClr val="F4B9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32620" y="32461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412480" y="45262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pilotez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503920" y="51663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Suivez en temps reel les volumes, les frais et la sante de vos partenaires depuis une console unique.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Hub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benefices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gagnez, des le premier jour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914400" cy="54864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03120"/>
            <a:ext cx="54864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03120"/>
            <a:ext cx="109728" cy="214884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468880"/>
            <a:ext cx="868680" cy="8686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10" y="2659990"/>
            <a:ext cx="486461" cy="48646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65960" y="24231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Time-to-market accelere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965960" y="297180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un nouveau partenaire devient une question d'heures, pas de mois.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2103120"/>
            <a:ext cx="54864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63640" y="2103120"/>
            <a:ext cx="109728" cy="214884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3" name="Shape 10"/>
          <p:cNvSpPr/>
          <p:nvPr/>
        </p:nvSpPr>
        <p:spPr>
          <a:xfrm>
            <a:off x="6629400" y="2468880"/>
            <a:ext cx="868680" cy="8686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0510" y="2659990"/>
            <a:ext cx="486461" cy="48646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680960" y="24231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Securite de niveau bancaire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7680960" y="297180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des donnees sensibles, audit immuable, conformite reglementaire integree.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4480560"/>
            <a:ext cx="54864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48640" y="4480560"/>
            <a:ext cx="109728" cy="214884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9" name="Shape 15"/>
          <p:cNvSpPr/>
          <p:nvPr/>
        </p:nvSpPr>
        <p:spPr>
          <a:xfrm>
            <a:off x="914400" y="4846320"/>
            <a:ext cx="868680" cy="8686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10" y="5037430"/>
            <a:ext cx="486461" cy="48646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965960" y="48006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Visibilite temps reel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1965960" y="534924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console unique : volumes, frais, taux de reussite, soldes partenaires.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263640" y="4480560"/>
            <a:ext cx="54864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263640" y="4480560"/>
            <a:ext cx="109728" cy="214884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25" name="Shape 20"/>
          <p:cNvSpPr/>
          <p:nvPr/>
        </p:nvSpPr>
        <p:spPr>
          <a:xfrm>
            <a:off x="6629400" y="4846320"/>
            <a:ext cx="868680" cy="8686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0510" y="5037430"/>
            <a:ext cx="486461" cy="486461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680960" y="48006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operationnelle</a:t>
            </a:r>
            <a:endParaRPr lang="en-US" sz="1900" dirty="0"/>
          </a:p>
        </p:txBody>
      </p:sp>
      <p:sp>
        <p:nvSpPr>
          <p:cNvPr id="28" name="Text 22"/>
          <p:cNvSpPr/>
          <p:nvPr/>
        </p:nvSpPr>
        <p:spPr>
          <a:xfrm>
            <a:off x="7680960" y="534924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automatique, reprise sur incident, supervision 24/7 par defaut.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Hub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scenarios qui parlent a votre business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914400" cy="54864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03120"/>
            <a:ext cx="3611880" cy="42976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03120"/>
            <a:ext cx="3611880" cy="11887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7" name="Shape 5"/>
          <p:cNvSpPr/>
          <p:nvPr/>
        </p:nvSpPr>
        <p:spPr>
          <a:xfrm>
            <a:off x="1920240" y="2240280"/>
            <a:ext cx="868680" cy="86868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1350" y="2431390"/>
            <a:ext cx="486461" cy="48646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4290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Encaissement omnicanal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416052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Acceptez les paiements depuis n'importe quel reseau, n'importe quel canal. Une experience client unifiee, une comptabilite consolidee.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89120" y="2103120"/>
            <a:ext cx="3611880" cy="42976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2" name="Shape 9"/>
          <p:cNvSpPr/>
          <p:nvPr/>
        </p:nvSpPr>
        <p:spPr>
          <a:xfrm>
            <a:off x="4389120" y="2103120"/>
            <a:ext cx="3611880" cy="11887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3" name="Shape 10"/>
          <p:cNvSpPr/>
          <p:nvPr/>
        </p:nvSpPr>
        <p:spPr>
          <a:xfrm>
            <a:off x="5760720" y="2240280"/>
            <a:ext cx="868680" cy="86868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1830" y="2431390"/>
            <a:ext cx="486461" cy="48646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3440" y="34290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Decaissement multi-reseaux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754880" y="416052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Versez salaires, indemnites ou cashbacks via wallets, banques ou agents — automatiquement, en un seul flux.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229600" y="2103120"/>
            <a:ext cx="3611880" cy="42976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8" name="Shape 14"/>
          <p:cNvSpPr/>
          <p:nvPr/>
        </p:nvSpPr>
        <p:spPr>
          <a:xfrm>
            <a:off x="8229600" y="2103120"/>
            <a:ext cx="3611880" cy="11887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9" name="Shape 15"/>
          <p:cNvSpPr/>
          <p:nvPr/>
        </p:nvSpPr>
        <p:spPr>
          <a:xfrm>
            <a:off x="9601200" y="2240280"/>
            <a:ext cx="868680" cy="86868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2310" y="2431390"/>
            <a:ext cx="486461" cy="48646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03920" y="34290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automatisee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595360" y="416052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transaction est ecriture comptable : detail des frais, traces d'audit, reporting genere a la volee.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Hub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nous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nous distingue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914400" cy="54864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94560"/>
            <a:ext cx="36118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3774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Comptabilite parametrable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2628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Definissez vos propres regles comptables sans une seule ligne de code.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2194560"/>
            <a:ext cx="36118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23774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4663440" y="38404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Multi-partenaires natif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452628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fluide d'un fournisseur a l'autre, sans tout reconstruire.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0" y="2194560"/>
            <a:ext cx="36118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03920" y="23774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0" dirty="0"/>
          </a:p>
        </p:txBody>
      </p:sp>
      <p:sp>
        <p:nvSpPr>
          <p:cNvPr id="15" name="Text 13"/>
          <p:cNvSpPr/>
          <p:nvPr/>
        </p:nvSpPr>
        <p:spPr>
          <a:xfrm>
            <a:off x="8503920" y="38404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unifie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03920" y="452628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tableau de bord, une seule source de verite pour tous vos canaux.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Hub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promettons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engagements concrets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743200" cy="3017520"/>
          </a:xfrm>
          <a:prstGeom prst="rect">
            <a:avLst/>
          </a:prstGeom>
          <a:solidFill>
            <a:srgbClr val="1B3A6B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6517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1645920" y="4114800"/>
            <a:ext cx="548640" cy="36576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2519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reduction du time-to-market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lors de l'ajout d'un partenaire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56432" y="2377440"/>
            <a:ext cx="2743200" cy="3017520"/>
          </a:xfrm>
          <a:prstGeom prst="rect">
            <a:avLst/>
          </a:prstGeom>
          <a:solidFill>
            <a:srgbClr val="1B3A6B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6432" y="26517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000" dirty="0"/>
          </a:p>
        </p:txBody>
      </p:sp>
      <p:sp>
        <p:nvSpPr>
          <p:cNvPr id="11" name="Shape 9"/>
          <p:cNvSpPr/>
          <p:nvPr/>
        </p:nvSpPr>
        <p:spPr>
          <a:xfrm>
            <a:off x="4553712" y="4114800"/>
            <a:ext cx="548640" cy="36576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2" name="Text 10"/>
          <p:cNvSpPr/>
          <p:nvPr/>
        </p:nvSpPr>
        <p:spPr>
          <a:xfrm>
            <a:off x="3639312" y="42519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transactions tracees,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auditees et reconciliees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64224" y="2377440"/>
            <a:ext cx="2743200" cy="3017520"/>
          </a:xfrm>
          <a:prstGeom prst="rect">
            <a:avLst/>
          </a:prstGeom>
          <a:solidFill>
            <a:srgbClr val="1B3A6B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4224" y="26517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6000" dirty="0"/>
          </a:p>
        </p:txBody>
      </p:sp>
      <p:sp>
        <p:nvSpPr>
          <p:cNvPr id="15" name="Shape 13"/>
          <p:cNvSpPr/>
          <p:nvPr/>
        </p:nvSpPr>
        <p:spPr>
          <a:xfrm>
            <a:off x="7461504" y="4114800"/>
            <a:ext cx="548640" cy="36576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6" name="Text 14"/>
          <p:cNvSpPr/>
          <p:nvPr/>
        </p:nvSpPr>
        <p:spPr>
          <a:xfrm>
            <a:off x="6547104" y="42519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supervision continue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resilience aux incidents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272016" y="2377440"/>
            <a:ext cx="2743200" cy="3017520"/>
          </a:xfrm>
          <a:prstGeom prst="rect">
            <a:avLst/>
          </a:prstGeom>
          <a:solidFill>
            <a:srgbClr val="1B3A6B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72016" y="26517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&gt;99,9%</a:t>
            </a:r>
            <a:endParaRPr lang="en-US" sz="6000" dirty="0"/>
          </a:p>
        </p:txBody>
      </p:sp>
      <p:sp>
        <p:nvSpPr>
          <p:cNvPr id="19" name="Shape 17"/>
          <p:cNvSpPr/>
          <p:nvPr/>
        </p:nvSpPr>
        <p:spPr>
          <a:xfrm>
            <a:off x="10369296" y="4114800"/>
            <a:ext cx="548640" cy="36576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/>
          <p:nvPr/>
        </p:nvSpPr>
        <p:spPr>
          <a:xfrm>
            <a:off x="9454896" y="42519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disponibilite cible,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garantie par SLA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Engagements bases sur les standards du marche fintech regional.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Hub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economique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transparent, predictible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914400" cy="54864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03120"/>
            <a:ext cx="36118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377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d'integration uniques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645920" y="3657600"/>
            <a:ext cx="141732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8404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cle en main, accompagnement par notre equipe, premier partenaire connecte en moins de 30 jours.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103120"/>
            <a:ext cx="3611880" cy="4206240"/>
          </a:xfrm>
          <a:prstGeom prst="rect">
            <a:avLst/>
          </a:prstGeom>
          <a:solidFill>
            <a:srgbClr val="0B1F3A"/>
          </a:solidFill>
          <a:ln w="25400">
            <a:solidFill>
              <a:srgbClr val="F4B9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2377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2880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 mensuel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0" y="3657600"/>
            <a:ext cx="1417320" cy="27432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38404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 complet a la plateforme, support reactif, mises a jour fonctionnelles continues.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2103120"/>
            <a:ext cx="36118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03920" y="2377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03920" y="2880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variables alignes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326880" y="3657600"/>
            <a:ext cx="141732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8595360" y="38404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commission claire par transaction reussie. Pas de coup cache, pas de surfacturation.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Tarification ajustee a votre volume et a votre couverture geographique.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Hub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qui evolue avec vous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914400" cy="54864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657600"/>
            <a:ext cx="10332720" cy="7315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" name="Shape 4"/>
          <p:cNvSpPr/>
          <p:nvPr/>
        </p:nvSpPr>
        <p:spPr>
          <a:xfrm>
            <a:off x="1943100" y="3465576"/>
            <a:ext cx="457200" cy="457200"/>
          </a:xfrm>
          <a:prstGeom prst="ellipse">
            <a:avLst/>
          </a:prstGeom>
          <a:solidFill>
            <a:srgbClr val="F4B942"/>
          </a:solidFill>
          <a:ln w="381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socle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420624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unifiee, securite niveau bancaire, premiers partenaires connectes.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40580" y="3465576"/>
            <a:ext cx="457200" cy="457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21945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11880" y="2514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de regles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49040" y="420624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Bibliotheque de schemas comptables et de routages prets a l'emploi.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38060" y="3465576"/>
            <a:ext cx="457200" cy="457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1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1945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+ 12 MOIS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9360" y="2514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ajoutee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420624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Anti-fraude predictif, scoring transactionnel, alertes intelligentes.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035540" y="3465576"/>
            <a:ext cx="457200" cy="457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1F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06840" y="21945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+ 24 MOIS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006840" y="2514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regionale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0" y="420624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vers de nouveaux marches et nouvelles devises.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Hub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ETAPE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Discutons de votre projet.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vite que vous ne le pensez.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4023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Decouvrez en 30 minutes comment Fintech Hub peut transformer votre experience financiere et accelerer vos lancements.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5212080"/>
            <a:ext cx="3383280" cy="1097280"/>
          </a:xfrm>
          <a:prstGeom prst="rect">
            <a:avLst/>
          </a:prstGeom>
          <a:solidFill>
            <a:srgbClr val="1B3A6B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5303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ECHANGEZ AVEC NOUS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5669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contact@aggregator.local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26280" y="5212080"/>
            <a:ext cx="3383280" cy="1097280"/>
          </a:xfrm>
          <a:prstGeom prst="rect">
            <a:avLst/>
          </a:prstGeom>
          <a:solidFill>
            <a:srgbClr val="1B3A6B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5303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RESERVEZ UNE DEMO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09160" y="5669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demo.aggregator.local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38160" y="5212080"/>
            <a:ext cx="3383280" cy="1097280"/>
          </a:xfrm>
          <a:prstGeom prst="rect">
            <a:avLst/>
          </a:prstGeom>
          <a:solidFill>
            <a:srgbClr val="1B3A6B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5303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ECRIVEZ-NOUS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21040" y="5669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hello@aggregator.local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Fintech Hub - Presentation commerciale</dc:title>
  <dc:subject>PptxGenJS Presentation</dc:subject>
  <dc:creator>Fintech Hub</dc:creator>
  <cp:lastModifiedBy>Fintech Hub</cp:lastModifiedBy>
  <cp:revision>1</cp:revision>
  <dcterms:created xsi:type="dcterms:W3CDTF">2026-06-22T15:05:14Z</dcterms:created>
  <dcterms:modified xsi:type="dcterms:W3CDTF">2026-06-22T15:05:14Z</dcterms:modified>
</cp:coreProperties>
</file>